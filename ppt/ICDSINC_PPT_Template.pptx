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219C2-04DB-4D57-B764-C862AACD9263}" type="datetimeFigureOut">
              <a:rPr lang="en-IN" smtClean="0"/>
              <a:t>13/11/25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CB590-A1FB-4479-AD34-CC5850A6C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11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BAE06-E751-F220-6DC6-4E333DBF7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30560-9E70-A777-5E35-EE982661D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F4892-AE08-33FF-ECB2-EF892E6D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7B26-50B5-49D3-9304-757CC3887B68}" type="datetime1">
              <a:rPr lang="en-IN" smtClean="0"/>
              <a:t>13/11/25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2C850-429F-68AD-9944-A1CBD555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EBDA0-679A-A65F-CAE1-2CC360B4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490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0E06E-1B7D-98A4-507A-CAFD79EA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9796A-789D-3787-53C8-60FA45496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24719-2C9A-3D32-94C8-06AB118E7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2851C-7EB3-4610-A7E8-04130F894049}" type="datetime1">
              <a:rPr lang="en-IN" smtClean="0"/>
              <a:t>13/11/25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39C0B-2818-9705-8242-4EA73214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B7C9D-F09B-F4D7-A68F-9142211B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592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2F19-070D-F4C0-1721-94B2C10A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D50FF-F28B-28F8-FF26-CFBE6CF05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86772-3FF6-6649-4DEE-8A96A3EF6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53EA5-02D7-4DAF-9F96-8D3A7CC19143}" type="datetime1">
              <a:rPr lang="en-IN" smtClean="0"/>
              <a:t>13/11/25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E29DB-D47E-7422-F487-BDD473825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D6F6D-5305-58D1-909F-154B771A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23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F143-2471-351D-31AB-E643CD1B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12DB3-3ADD-BCFE-D65B-00693FE6A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70868-088A-64CC-B8F4-2FFA04B23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02576-005C-D6FE-742F-3A615FCC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459DE-6CE3-4096-951B-190F89C93711}" type="datetime1">
              <a:rPr lang="en-IN" smtClean="0"/>
              <a:t>13/11/25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04FB7-AC73-C4F5-00DA-820085D2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8BA54-32D9-97C0-3F0F-BC56BA4B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72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9EE1-0EFB-B1A9-D213-B35CAEFE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117E3-F4C1-764D-78D9-0CDA2BABB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E6D42-B7C0-D08D-815B-8459ABA3C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C4D15-8F92-2C46-CC33-80676E7D3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D39CC-3524-B9F7-B1A1-6B0EA3934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8B482-69CA-8C58-69D7-E6C1C707A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26455-86D8-4C0B-8173-32EEA9B53EDE}" type="datetime1">
              <a:rPr lang="en-IN" smtClean="0"/>
              <a:t>13/11/25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B599E4-6AA6-C91C-4962-EC227A025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187EB4-1262-D8E8-0D39-3AEBD717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758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B9C7-D5CA-C8E2-CEED-C8448D79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5A1F2-CC21-E3F5-F6FD-CABD7A80D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6A8F5-03C4-4A6D-84A7-8F6A74718E0D}" type="datetime1">
              <a:rPr lang="en-IN" smtClean="0"/>
              <a:t>13/11/25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F0B2C-3942-2351-671B-8B97B9A7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CE366-1C3E-9947-D151-F9B025AE6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272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5AFEC-5B50-B8E7-49DB-F9B2ED05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F46D7-4CD0-46D9-93AB-9C84B3E985D6}" type="datetime1">
              <a:rPr lang="en-IN" smtClean="0"/>
              <a:t>13/11/25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A57D2-932D-AADB-17A1-3E97F02B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1C9FA-43F2-3509-0A0C-77E3F6151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765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9257-5CC9-034B-6D6F-3F92845C3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6AC3A-4B82-C338-E4A4-4E36A75B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34D2B-2B77-DDE9-4967-2C4DAA61F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661BF-5F8B-47CC-6E6B-C933E3E92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6622B-1CD4-4D8D-B180-6F3738EE7F20}" type="datetime1">
              <a:rPr lang="en-IN" smtClean="0"/>
              <a:t>13/11/25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4D8F0-9C06-43EE-DB37-95411D41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3A43F-0184-E456-EA48-6B7645EE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99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7E8A6-DE44-7572-0C24-090641CAE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77AE15-E8AB-944E-2645-E8C68C0F2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91A14A-3464-146F-D35C-7475C7ECE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B892B-EF2A-CB6A-C40D-CDCBAB68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1AA21-F852-4DAF-A4D2-F4FF1755753C}" type="datetime1">
              <a:rPr lang="en-IN" smtClean="0"/>
              <a:t>13/11/25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4623D-1EF6-AE38-10BA-02ECD6E0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3C669-9D9A-2BD8-FAFB-6F4B1C80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416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578C-2D3B-72B3-D395-16B1417C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5DF28-AAC9-18C2-8961-6FE5B0B8D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D06F-CDB3-7C08-147F-8D5FE3D91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B3026-4555-4731-AC80-41918992E548}" type="datetime1">
              <a:rPr lang="en-IN" smtClean="0"/>
              <a:t>13/11/25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3CA89-9809-F478-EA97-77880986B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44C05-2ADC-E1BF-0921-17E2F391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62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67039-CED0-586D-3C2E-B29D9D165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995A7-29AE-EF81-CEBC-DBBE89D98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6C0B2-15A6-E9B4-FA4D-057FCC29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E13C3-80F6-467A-B6DC-0981A4422BBA}" type="datetime1">
              <a:rPr lang="en-IN" smtClean="0"/>
              <a:t>13/11/25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AC2E9-677C-0C74-FD6D-C0501411C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4B46C-0BCE-DE7D-DA5B-38C6AF0B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12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E88219-B6F2-7AB8-52C4-46AA4B445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C5A64-83ED-D4AC-C724-E0B40BAEF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30F59-966A-7265-E10A-3BADE66859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E7643-C156-4291-BAAE-16DAAE6E9CAC}" type="datetime1">
              <a:rPr lang="en-IN" smtClean="0"/>
              <a:t>13/11/25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2E39A-BEBC-CC06-CF39-3ECD7339BB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5977B-83F0-CDB4-2F22-BC24776EE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A9A5C-61A7-4FB4-8E0C-8CE62A9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22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943A8D-0E5A-C1E1-4446-78853504D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317" y="3579838"/>
            <a:ext cx="9144000" cy="2305955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Paper ID: 273</a:t>
            </a:r>
            <a:br>
              <a:rPr lang="en-IN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000" dirty="0"/>
              <a:t>Indoor Wireless Beacon Tracking Using ESP32</a:t>
            </a:r>
            <a:br>
              <a:rPr lang="en-US" sz="2000" dirty="0"/>
            </a:br>
            <a:br>
              <a:rPr lang="en-IN" sz="4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br>
              <a:rPr lang="en-IN" sz="4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IN" sz="4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955674-8ABD-7353-169D-745F1FA47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8730" y="5552994"/>
            <a:ext cx="4143270" cy="1756543"/>
          </a:xfrm>
        </p:spPr>
        <p:txBody>
          <a:bodyPr/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Name: G V V Sharma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Affiliation: IIT Hyderabad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54C7D-5AF4-6042-BDDE-A5408BBBA131}"/>
              </a:ext>
            </a:extLst>
          </p:cNvPr>
          <p:cNvSpPr txBox="1"/>
          <p:nvPr/>
        </p:nvSpPr>
        <p:spPr>
          <a:xfrm>
            <a:off x="2507226" y="2143801"/>
            <a:ext cx="74921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400" b="1" baseline="30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IEEE International Conference</a:t>
            </a:r>
          </a:p>
          <a:p>
            <a:pPr algn="ctr"/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and Intelligent Network Computing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16F28-5258-206D-8688-011EEE4F031F}"/>
              </a:ext>
            </a:extLst>
          </p:cNvPr>
          <p:cNvSpPr txBox="1"/>
          <p:nvPr/>
        </p:nvSpPr>
        <p:spPr>
          <a:xfrm>
            <a:off x="4729317" y="1370974"/>
            <a:ext cx="6096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ICDSINC 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414943-3BB4-D8E8-CBCE-7344912EE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38" y="189874"/>
            <a:ext cx="114109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8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FB924-A033-30D1-1669-9D9F7BED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E3B64-9F28-7B87-AFDF-27B17D3E0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690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A723C-4553-92FF-17F4-54D87B9A7B5E}"/>
              </a:ext>
            </a:extLst>
          </p:cNvPr>
          <p:cNvSpPr txBox="1"/>
          <p:nvPr/>
        </p:nvSpPr>
        <p:spPr>
          <a:xfrm>
            <a:off x="9622093" y="1456292"/>
            <a:ext cx="2569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 273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1C464B-09DB-8F36-F39D-4F8F33C19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02" y="75153"/>
            <a:ext cx="114109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2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781B-3960-085A-EF61-56423596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40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67EB8-5669-9C0A-1449-2771EFCFA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0" y="2189559"/>
            <a:ext cx="10515600" cy="4351338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A3F45F-1A46-18F3-1DEB-DC5367DE8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02" y="75153"/>
            <a:ext cx="11410950" cy="91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08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2DDC-CD97-3758-E26C-FF5B29A0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8093B-B065-A71F-DB5A-5FE25A98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40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E3930-F2CE-E57E-0589-0BA4F51C7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0" y="2189559"/>
            <a:ext cx="10515600" cy="4351338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00A6D-9338-A06C-8E43-1DB8B3688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02" y="75153"/>
            <a:ext cx="114109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548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81179-C634-FF76-0A7A-44DB3F1B8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9BD1-B4B5-7409-D8C6-24134B677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40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E8585-4B0B-0285-964F-A1C63E9D0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0" y="2189559"/>
            <a:ext cx="10515600" cy="4351338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4D95A-5938-E1F9-27A6-55928DA59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02" y="75153"/>
            <a:ext cx="114109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60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D4CBD-718C-4573-6438-8B211374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A352-1006-4140-BD9F-C96D8A561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40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E61C0-E15C-1810-33ED-56786DC16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0" y="2189559"/>
            <a:ext cx="10515600" cy="4351338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7D4662-36EB-612F-41DA-1E25CF30B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02" y="85544"/>
            <a:ext cx="114109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0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7F95-1FD6-BEE5-6976-469BE467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637B-3AF5-D858-A772-DD42DFEFE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40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1D28C-4D82-3E9F-7372-D56B2F8C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0" y="2189559"/>
            <a:ext cx="10515600" cy="4351338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AA2414-2009-08F0-8A5A-769C2436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02" y="75153"/>
            <a:ext cx="114109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633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99568-71EC-65A9-3728-75B307B10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D303-4AF5-6302-183E-45587FB4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40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4FCD7-0469-6F01-8FBE-A28D7E448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0" y="2189559"/>
            <a:ext cx="10515600" cy="4351338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229867-F327-A56E-34FA-DF70AF0F0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02" y="75153"/>
            <a:ext cx="114109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10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8F071-7238-63F7-15E6-BF681B9AF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4D75-F3A8-D7E9-06D2-A795AF19D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9409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9EA3F-C3B2-CBB4-D07E-9BB579E78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0" y="2189559"/>
            <a:ext cx="10515600" cy="4351338"/>
          </a:xfrm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EC5947-4104-31EA-B6AF-85DC195CA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02" y="75153"/>
            <a:ext cx="114109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27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7797-5A6E-651A-B746-7B6AAFEC3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06" y="2449564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5A123D-5AB0-FC86-9571-8377CD40E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02" y="75153"/>
            <a:ext cx="1141095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75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67</Words>
  <Application>Microsoft Macintosh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Paper ID: 273 Indoor Wireless Beacon Tracking Using ESP32   </vt:lpstr>
      <vt:lpstr>Outline</vt:lpstr>
      <vt:lpstr>Introduction</vt:lpstr>
      <vt:lpstr>Literature Survey</vt:lpstr>
      <vt:lpstr>Methodology</vt:lpstr>
      <vt:lpstr>Methodology</vt:lpstr>
      <vt:lpstr>Results and Discussions</vt:lpstr>
      <vt:lpstr>Conclusion</vt:lpstr>
      <vt:lpstr>References</vt:lpstr>
      <vt:lpstr>Thank you Any Queries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Rakhi Seth</dc:creator>
  <cp:lastModifiedBy>Sharma G V V</cp:lastModifiedBy>
  <cp:revision>9</cp:revision>
  <dcterms:created xsi:type="dcterms:W3CDTF">2025-11-07T04:42:38Z</dcterms:created>
  <dcterms:modified xsi:type="dcterms:W3CDTF">2025-11-13T15:44:06Z</dcterms:modified>
</cp:coreProperties>
</file>